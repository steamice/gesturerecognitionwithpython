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761"/>
                </a:solidFill>
              </a:defRPr>
            </a:pPr>
            <a:r>
              <a:t>实时手势交互识别系统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OpenCV + MediaPipe 的智能手势识别解决方案</a:t>
            </a:r>
          </a:p>
          <a:p/>
          <a:p>
            <a:r>
              <a:t>作者: Gesture Recognition Team</a:t>
            </a:r>
          </a:p>
          <a:p>
            <a:r>
              <a:t>日期: 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</a:p>
          <a:p>
            <a:r>
              <a:t>1. 项目概述</a:t>
            </a:r>
          </a:p>
          <a:p>
            <a:r>
              <a:t>2. 功能特性</a:t>
            </a:r>
          </a:p>
          <a:p>
            <a:r>
              <a:t>3. 技术架构</a:t>
            </a:r>
          </a:p>
          <a:p>
            <a:r>
              <a:t>4. 快速开始</a:t>
            </a:r>
          </a:p>
          <a:p>
            <a:r>
              <a:t>5. 手势识别演示</a:t>
            </a:r>
          </a:p>
          <a:p>
            <a:r>
              <a:t>6. 火球特效展示</a:t>
            </a:r>
          </a:p>
          <a:p>
            <a:r>
              <a:t>7. 未来展望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📌 项目背景</a:t>
            </a:r>
          </a:p>
          <a:p>
            <a:r>
              <a:t>- 手势交互是人机交互的重要方式</a:t>
            </a:r>
          </a:p>
          <a:p>
            <a:r>
              <a:t>- 无需接触即可控制设备</a:t>
            </a:r>
          </a:p>
          <a:p>
            <a:r>
              <a:t>- 在智能家居、游戏、医疗等领域有广泛应用</a:t>
            </a:r>
          </a:p>
          <a:p/>
          <a:p>
            <a:r>
              <a:t>🎯 项目目标</a:t>
            </a:r>
          </a:p>
          <a:p>
            <a:r>
              <a:t>- 实时检测手部关键点</a:t>
            </a:r>
          </a:p>
          <a:p>
            <a:r>
              <a:t>- 识别多种常见手势</a:t>
            </a:r>
          </a:p>
          <a:p>
            <a:r>
              <a:t>- 提供可视化反馈</a:t>
            </a:r>
          </a:p>
          <a:p>
            <a:r>
              <a:t>- 添加趣味特效增强体验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✅ 支持7种手势识别</a:t>
            </a:r>
          </a:p>
          <a:p>
            <a:r>
              <a:t>- 拳头 👊</a:t>
            </a:r>
          </a:p>
          <a:p>
            <a:r>
              <a:t>- 手掌 🖐️</a:t>
            </a:r>
          </a:p>
          <a:p>
            <a:r>
              <a:t>- 点赞 👍</a:t>
            </a:r>
          </a:p>
          <a:p>
            <a:r>
              <a:t>- 剪刀手 ✌️</a:t>
            </a:r>
          </a:p>
          <a:p>
            <a:r>
              <a:t>- OK 👌</a:t>
            </a:r>
          </a:p>
          <a:p>
            <a:r>
              <a:t>- 食指指上 ☝️</a:t>
            </a:r>
          </a:p>
          <a:p>
            <a:r>
              <a:t>- 未知手势</a:t>
            </a:r>
          </a:p>
          <a:p/>
          <a:p>
            <a:r>
              <a:t>✅ 实时处理</a:t>
            </a:r>
          </a:p>
          <a:p>
            <a:r>
              <a:t>- 摄像头实时视频流</a:t>
            </a:r>
          </a:p>
          <a:p>
            <a:r>
              <a:t>- 毫秒级响应速度</a:t>
            </a:r>
          </a:p>
          <a:p>
            <a:r>
              <a:t>- 流畅的视觉体验</a:t>
            </a:r>
          </a:p>
          <a:p/>
          <a:p>
            <a:r>
              <a:t>✅ 可视化效果</a:t>
            </a:r>
          </a:p>
          <a:p>
            <a:r>
              <a:t>- 手部关键点标记</a:t>
            </a:r>
          </a:p>
          <a:p>
            <a:r>
              <a:t>- 骨架连线显示</a:t>
            </a:r>
          </a:p>
          <a:p>
            <a:r>
              <a:t>- 手势名称标注</a:t>
            </a:r>
          </a:p>
          <a:p>
            <a:r>
              <a:t>- 酷炫火球特效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📊 技术栈</a:t>
            </a:r>
          </a:p>
          <a:p>
            <a:r>
              <a:t>├── OpenCV-Python (视频捕获与图像处理)</a:t>
            </a:r>
          </a:p>
          <a:p>
            <a:r>
              <a:t>├── MediaPipe (手部关键点检测)</a:t>
            </a:r>
          </a:p>
          <a:p>
            <a:r>
              <a:t>├── PIL/Pillow (中文文本绘制)</a:t>
            </a:r>
          </a:p>
          <a:p>
            <a:r>
              <a:t>└── NumPy (数值计算)</a:t>
            </a:r>
          </a:p>
          <a:p/>
          <a:p>
            <a:r>
              <a:t>🔄 处理流程</a:t>
            </a:r>
          </a:p>
          <a:p>
            <a:r>
              <a:t>1. 摄像头捕获视频帧</a:t>
            </a:r>
          </a:p>
          <a:p>
            <a:r>
              <a:t>2. MediaPipe 检测关键点</a:t>
            </a:r>
          </a:p>
          <a:p>
            <a:r>
              <a:t>3. 自定义算法识别手势</a:t>
            </a:r>
          </a:p>
          <a:p>
            <a:r>
              <a:t>4. 绘制可视化效果</a:t>
            </a:r>
          </a:p>
          <a:p>
            <a:r>
              <a:t>5. 显示输出画面</a:t>
            </a:r>
          </a:p>
          <a:p/>
          <a:p>
            <a:r>
              <a:t>🎯 核心算法</a:t>
            </a:r>
          </a:p>
          <a:p>
            <a:r>
              <a:t>- 手指弯曲检测</a:t>
            </a:r>
          </a:p>
          <a:p>
            <a:r>
              <a:t>- 左右手判断</a:t>
            </a:r>
          </a:p>
          <a:p>
            <a:r>
              <a:t>- 手势特征匹配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快速开始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📦 安装依赖</a:t>
            </a:r>
          </a:p>
          <a:p>
            <a:r>
              <a:t>pip install opencv-python mediapipe Pillow numpy</a:t>
            </a:r>
          </a:p>
          <a:p/>
          <a:p>
            <a:r>
              <a:t>🚀 运行项目</a:t>
            </a:r>
          </a:p>
          <a:p>
            <a:r>
              <a:t>python gesture_recognition.py</a:t>
            </a:r>
          </a:p>
          <a:p/>
          <a:p>
            <a:r>
              <a:t>⌨️ 操作说明</a:t>
            </a:r>
          </a:p>
          <a:p>
            <a:r>
              <a:t>- 按 'q' 键退出程序</a:t>
            </a:r>
          </a:p>
          <a:p>
            <a:r>
              <a:t>- 按 'r' 键重置帧计数器</a:t>
            </a:r>
          </a:p>
          <a:p>
            <a:r>
              <a:t>- 按 'f' 键切换火球效果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手势识别演示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🎬 演示效果</a:t>
            </a:r>
          </a:p>
          <a:p/>
          <a:p>
            <a:r>
              <a:t>手部关键点检测：</a:t>
            </a:r>
          </a:p>
          <a:p>
            <a:r>
              <a:t>- 21个关键点实时追踪</a:t>
            </a:r>
          </a:p>
          <a:p>
            <a:r>
              <a:t>- 绿色骨架连线</a:t>
            </a:r>
          </a:p>
          <a:p>
            <a:r>
              <a:t>- 红色圆点标记</a:t>
            </a:r>
          </a:p>
          <a:p/>
          <a:p>
            <a:r>
              <a:t>手势识别结果：</a:t>
            </a:r>
          </a:p>
          <a:p>
            <a:r>
              <a:t>- 实时显示手势名称</a:t>
            </a:r>
          </a:p>
          <a:p>
            <a:r>
              <a:t>- 标注左右手信息</a:t>
            </a:r>
          </a:p>
          <a:p>
            <a:r>
              <a:t>- 中文界面友好</a:t>
            </a:r>
          </a:p>
          <a:p/>
          <a:p>
            <a:r>
              <a:t>📷 摄像头要求</a:t>
            </a:r>
          </a:p>
          <a:p>
            <a:r>
              <a:t>- USB摄像头或内置摄像头</a:t>
            </a:r>
          </a:p>
          <a:p>
            <a:r>
              <a:t>- 建议光线充足环境</a:t>
            </a:r>
          </a:p>
          <a:p>
            <a:r>
              <a:t>- 背景简洁效果更佳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火球特效展示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🔥 火球特效</a:t>
            </a:r>
          </a:p>
          <a:p/>
          <a:p>
            <a:r>
              <a:t>特效特性：</a:t>
            </a:r>
          </a:p>
          <a:p>
            <a:r>
              <a:t>- 多层渐变颜色（红→橙→黄→白）</a:t>
            </a:r>
          </a:p>
          <a:p>
            <a:r>
              <a:t>- 动态粒子系统</a:t>
            </a:r>
          </a:p>
          <a:p>
            <a:r>
              <a:t>- 跟随手掌移动</a:t>
            </a:r>
          </a:p>
          <a:p>
            <a:r>
              <a:t>- 可开关控制</a:t>
            </a:r>
          </a:p>
          <a:p/>
          <a:p>
            <a:r>
              <a:t>视觉效果：</a:t>
            </a:r>
          </a:p>
          <a:p>
            <a:r>
              <a:t>- 外层红色光晕</a:t>
            </a:r>
          </a:p>
          <a:p>
            <a:r>
              <a:t>- 中层黄色火焰</a:t>
            </a:r>
          </a:p>
          <a:p>
            <a:r>
              <a:t>- 内层白色核心</a:t>
            </a:r>
          </a:p>
          <a:p>
            <a:r>
              <a:t>- 飘动的火焰粒子</a:t>
            </a:r>
          </a:p>
          <a:p/>
          <a:p>
            <a:r>
              <a:t>✨ 使用方式</a:t>
            </a:r>
          </a:p>
          <a:p>
            <a:r>
              <a:t>- 默认开启火球效果</a:t>
            </a:r>
          </a:p>
          <a:p>
            <a:r>
              <a:t>- 按 'f' 键切换开关</a:t>
            </a:r>
          </a:p>
          <a:p>
            <a:r>
              <a:t>- 支持双手同时显示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🎯 短期目标</a:t>
            </a:r>
          </a:p>
          <a:p>
            <a:r>
              <a:t>- 增加更多手势类型</a:t>
            </a:r>
          </a:p>
          <a:p>
            <a:r>
              <a:t>- 优化识别准确率</a:t>
            </a:r>
          </a:p>
          <a:p>
            <a:r>
              <a:t>- 支持手势控制应用</a:t>
            </a:r>
          </a:p>
          <a:p/>
          <a:p>
            <a:r>
              <a:t>🚀 中期目标</a:t>
            </a:r>
          </a:p>
          <a:p>
            <a:r>
              <a:t>- 3D手势识别</a:t>
            </a:r>
          </a:p>
          <a:p>
            <a:r>
              <a:t>- 手势动画效果</a:t>
            </a:r>
          </a:p>
          <a:p>
            <a:r>
              <a:t>- 多手势组合识别</a:t>
            </a:r>
          </a:p>
          <a:p/>
          <a:p>
            <a:r>
              <a:t>🌟 长期愿景</a:t>
            </a:r>
          </a:p>
          <a:p>
            <a:r>
              <a:t>- 手势控制智能家居</a:t>
            </a:r>
          </a:p>
          <a:p>
            <a:r>
              <a:t>- AR/VR手势交互</a:t>
            </a:r>
          </a:p>
          <a:p>
            <a:r>
              <a:t>- 手语识别与翻译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761"/>
                </a:solidFill>
              </a:defRPr>
            </a:pPr>
            <a:r>
              <a:t>感谢观看！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实时手势交互识别系统</a:t>
            </a:r>
          </a:p>
          <a:p/>
          <a:p>
            <a:r>
              <a:t>联系方式：gesture@example.com</a:t>
            </a:r>
          </a:p>
          <a:p>
            <a:r>
              <a:t>项目地址：github.com/example/gesturerecognition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