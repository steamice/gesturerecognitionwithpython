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1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实时手势交互识别系统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C5E1FF"/>
                </a:solidFill>
              </a:defRPr>
            </a:pPr>
            <a:r>
              <a:t>基于 OpenCV + MediaPipe 的智能手势识别解决方案</a:t>
            </a:r>
          </a:p>
          <a:p>
            <a:pPr>
              <a:defRPr sz="1800">
                <a:solidFill>
                  <a:srgbClr val="C5E1FF"/>
                </a:solidFill>
              </a:defRPr>
            </a:pP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Gesture Recognition Team | 2026</a:t>
            </a:r>
          </a:p>
        </p:txBody>
      </p:sp>
      <p:sp>
        <p:nvSpPr>
          <p:cNvPr id="4" name="Oval 3"/>
          <p:cNvSpPr/>
          <p:nvPr/>
        </p:nvSpPr>
        <p:spPr>
          <a:xfrm>
            <a:off x="10972800" y="914400"/>
            <a:ext cx="1371600" cy="1371600"/>
          </a:xfrm>
          <a:prstGeom prst="ellipse">
            <a:avLst/>
          </a:prstGeom>
          <a:solidFill>
            <a:srgbClr val="40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070080" y="1280160"/>
            <a:ext cx="1371600" cy="1371600"/>
          </a:xfrm>
          <a:prstGeom prst="ellipse">
            <a:avLst/>
          </a:prstGeom>
          <a:solidFill>
            <a:srgbClr val="40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167360" y="1645920"/>
            <a:ext cx="1371600" cy="1371600"/>
          </a:xfrm>
          <a:prstGeom prst="ellipse">
            <a:avLst/>
          </a:prstGeom>
          <a:solidFill>
            <a:srgbClr val="409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3157"/>
                </a:solidFill>
              </a:defRPr>
            </a:pPr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000">
                <a:solidFill>
                  <a:srgbClr val="1E3246"/>
                </a:solidFill>
              </a:defRPr>
            </a:pPr>
            <a:r>
              <a:t>1. 项目概述</a:t>
            </a:r>
          </a:p>
          <a:p>
            <a:pPr>
              <a:spcAft>
                <a:spcPts val="800"/>
              </a:spcAft>
              <a:defRPr sz="2000">
                <a:solidFill>
                  <a:srgbClr val="1E3246"/>
                </a:solidFill>
              </a:defRPr>
            </a:pPr>
            <a:r>
              <a:t>2. 功能特性</a:t>
            </a:r>
          </a:p>
          <a:p>
            <a:pPr>
              <a:spcAft>
                <a:spcPts val="800"/>
              </a:spcAft>
              <a:defRPr sz="2000">
                <a:solidFill>
                  <a:srgbClr val="1E3246"/>
                </a:solidFill>
              </a:defRPr>
            </a:pPr>
            <a:r>
              <a:t>3. 技术架构</a:t>
            </a:r>
          </a:p>
          <a:p>
            <a:pPr>
              <a:spcAft>
                <a:spcPts val="800"/>
              </a:spcAft>
              <a:defRPr sz="2000">
                <a:solidFill>
                  <a:srgbClr val="1E3246"/>
                </a:solidFill>
              </a:defRPr>
            </a:pPr>
            <a:r>
              <a:t>4. 快速开始</a:t>
            </a:r>
          </a:p>
          <a:p>
            <a:pPr>
              <a:spcAft>
                <a:spcPts val="800"/>
              </a:spcAft>
              <a:defRPr sz="2000">
                <a:solidFill>
                  <a:srgbClr val="1E3246"/>
                </a:solidFill>
              </a:defRPr>
            </a:pPr>
            <a:r>
              <a:t>5. 手势识别演示</a:t>
            </a:r>
          </a:p>
          <a:p>
            <a:pPr>
              <a:spcAft>
                <a:spcPts val="800"/>
              </a:spcAft>
              <a:defRPr sz="2000">
                <a:solidFill>
                  <a:srgbClr val="1E3246"/>
                </a:solidFill>
              </a:defRPr>
            </a:pPr>
            <a:r>
              <a:t>6. 火球特效展示</a:t>
            </a:r>
          </a:p>
          <a:p>
            <a:pPr>
              <a:spcAft>
                <a:spcPts val="800"/>
              </a:spcAft>
              <a:defRPr sz="2000">
                <a:solidFill>
                  <a:srgbClr val="1E3246"/>
                </a:solidFill>
              </a:defRPr>
            </a:pPr>
            <a:r>
              <a:t>7. 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3157"/>
                </a:solidFill>
              </a:defRPr>
            </a:pPr>
            <a:r>
              <a:t>项目概述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3246"/>
                </a:solidFill>
              </a:defRPr>
            </a:pPr>
            <a:r>
              <a:t>📌 项目背景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手势交互是人机交互的重要方式，无需接触即可控制设备，在智能家居、游戏、医疗等领域有广泛应用。</a:t>
            </a:r>
          </a:p>
          <a:p>
            <a:pPr>
              <a:defRPr sz="1600">
                <a:solidFill>
                  <a:srgbClr val="1E3246"/>
                </a:solidFill>
              </a:defRPr>
            </a:pP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🎯 项目目标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实时检测手部关键点，识别多种常见手势，提供可视化反馈，并添加趣味特效增强用户体验。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3157"/>
                </a:solidFill>
              </a:defRPr>
            </a:pPr>
            <a:r>
              <a:t>功能特性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3246"/>
                </a:solidFill>
              </a:defRPr>
            </a:pPr>
            <a:r>
              <a:t>🤚 支持7种手势识别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拳头、手掌、点赞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剪刀手、OK、食指指上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未知手势自动识别</a:t>
            </a:r>
          </a:p>
          <a:p>
            <a:pPr>
              <a:defRPr sz="1600">
                <a:solidFill>
                  <a:srgbClr val="1E3246"/>
                </a:solidFill>
              </a:defRPr>
            </a:pP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⚡ 实时处理能力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摄像头实时视频流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毫秒级响应速度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流畅的视觉体验</a:t>
            </a:r>
          </a:p>
          <a:p>
            <a:pPr>
              <a:defRPr sz="1600">
                <a:solidFill>
                  <a:srgbClr val="1E3246"/>
                </a:solidFill>
              </a:defRPr>
            </a:pP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✨ 丰富可视化效果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手部关键点标记（21个）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骨架连线实时显示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酷炫火球特效展示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3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技术架构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C5E1FF"/>
                </a:solidFill>
              </a:defRPr>
            </a:pPr>
            <a:r>
              <a:t>📊 技术栈</a:t>
            </a: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OpenCV-Python  —— 视频捕获与图像处理</a:t>
            </a: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MediaPipe      —— 手部关键点检测  </a:t>
            </a: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PIL/Pillow     —— 中文文本绘制</a:t>
            </a: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NumPy          —— 数值计算</a:t>
            </a:r>
          </a:p>
          <a:p>
            <a:pPr>
              <a:defRPr sz="1800">
                <a:solidFill>
                  <a:srgbClr val="C5E1FF"/>
                </a:solidFill>
              </a:defRPr>
            </a:pP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🔄 处理流程</a:t>
            </a: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摄像头捕获 → 关键点检测 → 手势识别 → 可视化输出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3157"/>
                </a:solidFill>
              </a:defRPr>
            </a:pPr>
            <a:r>
              <a:t>快速开始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3246"/>
                </a:solidFill>
              </a:defRPr>
            </a:pPr>
            <a:r>
              <a:t>📦 安装依赖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$ pip install opencv-python mediapipe Pillow numpy</a:t>
            </a:r>
          </a:p>
          <a:p>
            <a:pPr>
              <a:defRPr sz="1600">
                <a:solidFill>
                  <a:srgbClr val="1E3246"/>
                </a:solidFill>
              </a:defRPr>
            </a:pP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🚀 运行项目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$ python gesture_recognition.py</a:t>
            </a:r>
          </a:p>
          <a:p>
            <a:pPr>
              <a:defRPr sz="1600">
                <a:solidFill>
                  <a:srgbClr val="1E3246"/>
                </a:solidFill>
              </a:defRPr>
            </a:pP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⌨️ 操作说明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按 'q' 键退出程序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按 'r' 键重置帧计数器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按 'f' 键切换火球效果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3157"/>
                </a:solidFill>
              </a:defRPr>
            </a:pPr>
            <a:r>
              <a:t>手势识别演示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3246"/>
                </a:solidFill>
              </a:defRPr>
            </a:pPr>
            <a:r>
              <a:t>🎬 支持的手势</a:t>
            </a:r>
          </a:p>
          <a:p>
            <a:pPr>
              <a:defRPr sz="1600">
                <a:solidFill>
                  <a:srgbClr val="1E3246"/>
                </a:solidFill>
              </a:defRPr>
            </a:pP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👊 拳头        🖐️ 手掌        👍 点赞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✌️ 剪刀手      👌 OK          ☝️ 食指指上</a:t>
            </a:r>
          </a:p>
          <a:p>
            <a:pPr>
              <a:defRPr sz="1600">
                <a:solidFill>
                  <a:srgbClr val="1E3246"/>
                </a:solidFill>
              </a:defRPr>
            </a:pP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📷 演示特点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21个关键点实时追踪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绿色骨架连线显示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红色圆点标记关键点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实时显示手势名称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标注左右手信息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FF9632"/>
                </a:solidFill>
              </a:defRPr>
            </a:pPr>
            <a:r>
              <a:t>🔥 火球特效展示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C5E1FF"/>
                </a:solidFill>
              </a:defRPr>
            </a:pPr>
            <a:r>
              <a:t>✨ 特效特性</a:t>
            </a:r>
          </a:p>
          <a:p>
            <a:pPr>
              <a:defRPr sz="1800">
                <a:solidFill>
                  <a:srgbClr val="C5E1FF"/>
                </a:solidFill>
              </a:defRPr>
            </a:pP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多层渐变颜色（红→橙→黄→白）</a:t>
            </a: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动态粒子系统模拟火焰飘动</a:t>
            </a: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跟随手掌实时移动</a:t>
            </a: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按 'f' 键可开关控制</a:t>
            </a:r>
          </a:p>
          <a:p>
            <a:pPr>
              <a:defRPr sz="1800">
                <a:solidFill>
                  <a:srgbClr val="C5E1FF"/>
                </a:solidFill>
              </a:defRPr>
            </a:pP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💡 使用方式</a:t>
            </a: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默认开启火球效果</a:t>
            </a: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按 'f' 键切换开关</a:t>
            </a: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支持双手同时显示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3157"/>
                </a:solidFill>
              </a:defRPr>
            </a:pPr>
            <a:r>
              <a:t>未来展望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1E3246"/>
                </a:solidFill>
              </a:defRPr>
            </a:pPr>
            <a:r>
              <a:t>🎯 短期目标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增加更多手势类型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优化识别准确率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支持手势控制应用</a:t>
            </a:r>
          </a:p>
          <a:p>
            <a:pPr>
              <a:defRPr sz="1600">
                <a:solidFill>
                  <a:srgbClr val="1E3246"/>
                </a:solidFill>
              </a:defRPr>
            </a:pP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🚀 中期目标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3D手势识别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手势动画效果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多手势组合识别</a:t>
            </a:r>
          </a:p>
          <a:p>
            <a:pPr>
              <a:defRPr sz="1600">
                <a:solidFill>
                  <a:srgbClr val="1E3246"/>
                </a:solidFill>
              </a:defRPr>
            </a:pP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🌟 长期愿景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手势控制智能家居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AR/VR手势交互</a:t>
            </a:r>
          </a:p>
          <a:p>
            <a:pPr>
              <a:defRPr sz="1600">
                <a:solidFill>
                  <a:srgbClr val="1E3246"/>
                </a:solidFill>
              </a:defRPr>
            </a:pPr>
            <a:r>
              <a:t>• 手语识别与翻译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1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感谢观看！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C5E1FF"/>
                </a:solidFill>
              </a:defRPr>
            </a:pPr>
            <a:r>
              <a:t>📧 联系方式: gesture@example.com</a:t>
            </a:r>
          </a:p>
          <a:p>
            <a:pPr>
              <a:defRPr sz="1800">
                <a:solidFill>
                  <a:srgbClr val="C5E1FF"/>
                </a:solidFill>
              </a:defRPr>
            </a:pPr>
            <a:r>
              <a:t>🔗 项目地址: github.com/example/gesturerecognition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